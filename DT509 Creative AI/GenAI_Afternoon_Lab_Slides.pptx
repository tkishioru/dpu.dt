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ตอนเช้าเราเห็นภาพวาดของกลไก บ่ายนี้จะดึงค่าจริงออกมาจากโมเดลจริงแล้ววาดดูเอง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Notebook 1 และ 2 ทำในห้อง Notebook 3 เป็นการบ้าน ทุก notebook เน้นเปรียบเทียบให้เห็นภาพ ไม่มีคำถามให้ตอบในห้อง นักศึกษาอ่านคำอธิบายใต้ผลลัพธ์แต่ละเซลล์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ระหว่างโมเดลกำลังโหลด ให้ดูว่าโมเดลภาษาไทยที่ใช้ต่างกันอย่างไร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Typhoon-Base กับ Typhoon-Instruct มีสถาปัตยกรรมและขนาดเท่ากันทุกอย่าง ความต่างของพฤติกรรมจึงเป็นหลักฐานโดยตรงของเรื่อง "Base vs Instruction model" ตอนเช้า
เชื่อมต่อ: เริ่มจากขั้นแรกสุดของทุกโมเดล คือการตัดข้อความเป็น token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ย้อนภาพ token → vector ตอนเช้า ตอนนี้จะดูของจริง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โค้ดที่ใช้สร้างภาพเปรียบเทียบ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token id ยังไม่มีความหมาย ต้องเปิดตาราง embedding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นี่คือ embedding ชั้นแรกที่ยังไม่มีบริบท ความหมายตามบริบทมาจาก attention → Lab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เริ่มจากเส้นทางข้อมูลทั้งหมด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notebook พิมพ์ข้อความหลังใส่ chat template ให้เห็นว่าโมเดลอ่านอะไรจริง แล้วแสดง id ขาเข้า/ขาออก · to(device) ย้ายข้อมูลไป GPU · no_grad เพราะไม่ได้เทรน
เชื่อมต่อ: generate() ซ่อนการทำงานไว้ เราจะเปิดดูทีละรอบ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แต่ละรอบ โมเดลรู้บริบทได้อย่างไร → attention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ตรงกับภาพ Encoder/Decoder ตอนเช้า ค่าที่เห็นคือน้ำหนักที่คำนวณสดจากประโยคนี้ ต่างจาก weight ของ CNN ที่ตายตัว
เชื่อมต่อ: รู้กลไกแล้ว ลองให้โมเดลที่ฝึกต่างกันตอบคำถามเดียวกัน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Typhoon-Base เขียนต่อ ไม่ตอบ · Typhoon-Instruct ตอบคำถาม ทั้งที่สถาปัตยกรรมและขนาดเท่ากัน ต่างแค่การฝึกขั้นหลัง · decoder-only คืน prompt + คำใหม่ จึงต้องตัดส่วน prompt ออก
เชื่อมต่อ: ต่อไปดูว่า LLM "จำ" บทสนทนาได้ไหม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LLM ไม่มีความจำของตัวเอง ความจำ = ส่ง list ของ messages ทั้งหมดเข้าไปใหม่ทุกครั้ง และจำกัดด้วย context window
เชื่อมต่อ: ถ้าไม่มีข้อมูลเลย โมเดลจะทำอย่างไร → hallucination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เมื่อโมเดลเลือกคำ มีปุ่มควบคุมการสุ่ม → Lab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เริ่มจาก temperature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temperature เปลี่ยนรูปกราฟ ส่วน top-p ตัดหางกราฟทิ้ง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ผลต่อข้อความจริงเป็นอย่างไร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จบฝั่งข้อความ ต่อไปฝั่งภาพ → Notebook 2 (ให้เริ่มเทรนก่อนพัก)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ให้รันเซลล์จนถึงเทรนก่อนพัก (GPU ~2–3 นาที) แล้วกลับมาดูผล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build_encoder_decoder() สร้างชุดใหม่ทุกครั้ง VAE กับ AE จึงได้ weight แยกกัน · σ เก็บเป็น log เพื่อให้เป็นบวกเสมอ
เชื่อมต่อ: ความต่างของสองโมเดลอยู่ที่ loss บรรทัดเดียว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ผลที่ได้ต่างกันอย่างไร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ภาพเบลอคือข้อจำกัดของ VAE ที่ GAN/Diffusion แก้ได้ดีกว่า · Stable Diffusion ทำ diffusion ใน latent space ของ autoencoder
เชื่อมต่อ: จบในห้อง ต่อไปคือการบ้าน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ส่วนที่ 0 ในไฟล์เตรียมเครื่องมือและอธิบายไว้แล้ว นักศึกษาทำเฉพาะเซลล์ TODO · มีไฟล์เฉลย Lab5_Homework_TH_SOLUTION.ipynb สำหรับผู้สอน · ต้องเปิด GPU เพราะ LLM อ่านรีวิวทีละรายการ
เชื่อมต่อ: เครื่องมือที่ใช้ในการบ้าน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โยงกลับเรื่อง body + head ตอนเช้า — sentiment และ NER คือ WangchanBERTa ที่ต่อ head ต่างกัน (ทำได้งานเดียวแต่แม่นและเร็ว) ส่วน LLM ทำหลายงานได้ด้วย prompt แต่ต้องตรวจผล · NER ต้องตัดคำด้วย pythainlp ก่อน
เชื่อมต่อ: สรุปทั้งวัน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ช่วงบ่าย: ลงมือทำ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เห็นข้างใน LLM และ VAE ด้วยภาพและการเปรียบเทียบ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ดร.ธีรพงศ์ อรชร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3886200"/>
            <a:ext cx="347472" cy="347472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4023360"/>
            <a:ext cx="347472" cy="347472"/>
          </a:xfrm>
          <a:prstGeom prst="ellipse">
            <a:avLst/>
          </a:prstGeom>
          <a:solidFill>
            <a:srgbClr val="1FA398"/>
          </a:solidFill>
          <a:ln w="12700">
            <a:solidFill>
              <a:srgbClr val="1FA3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3886200"/>
            <a:ext cx="347472" cy="34747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4023360"/>
            <a:ext cx="347472" cy="34747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บ่ายนี้ทำอะไร และเชื่อมกับตอนเช้าตรงไหน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ในห้อง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1 · Lab 1–3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เปิดฝากระโปรง LLM ภาษาไทย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Tokenizer &amp; Embedding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เขียนทีละ token, Attention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Base vs Instruction, ความจำ, Hallucination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Temperature &amp; Top-p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↔ ส่วนที่ 3–4 ตอนเช้า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2801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1371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ในห้อง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2 · Lab 4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VAE vs Autoencoder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เทรน 2 โมเดลด้วยโค้ดเดียวกัน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 latent space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เทียบการสุ่มสร้างภาพใหม่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↔ ส่วนที่ 2 ตอนเช้า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8776" y="1371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3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ระบบวิเคราะห์รีวิว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08776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รีวิวภาษาไทย: WangchanBERTa + ThaiNER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ตอบ JSON + Pydantic ตรวจ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กราฟสรุป + เทียบโมเดลเฉพาะงาน vs LLM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08776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↔ ส่วนที่ 5 ตอนเช้า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 Google Colab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1FA398"/>
          </a:solidFill>
          <a:ln w="12700">
            <a:solidFill>
              <a:srgbClr val="1FA3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280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เปิดไฟล์ .ipynb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File → Upload notebook หรือเปิดจาก Google Drive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548640" cy="54864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848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GPU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Runtime → Change runtime type → T4 GPU → Save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548640" cy="5486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35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8950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รันเซลล์แรก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Shift+Enter ต้องเห็น "ใช้ GPU: Tesla T4"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39896"/>
            <a:ext cx="548640" cy="5486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9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69417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โหลดโมเดลทันที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3–5 นาที (Typhoon2 ขนาด 1.2B สองตัว) ระหว่างรอ ฟังอธิบาย Lab 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0" y="1325880"/>
            <a:ext cx="3017520" cy="3108960"/>
          </a:xfrm>
          <a:prstGeom prst="roundRect">
            <a:avLst>
              <a:gd name="adj" fmla="val 3636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141732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 ต่างจากแล็บ IBM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 %pip install torch==...+cpu ออก เพราะจะทับ PyTorch เวอร์ชัน GPU ของ Colab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เซลล์แรกติดตั้ง pythainlp และฟอนต์ไทย (Sarabun) ให้กราฟแสดงภาษาไทยได้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attn_implementation="eager" เพื่อดึงค่า attention มาวาดภาพ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โมเดลภาษาไทยที่ใช้: โครงคล้ายกัน แต่ฝึกมาต่างกัน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417320"/>
                <a:gridCol w="2560320"/>
                <a:gridCol w="22860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ชื่อในแล็บ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ตระกูล (ตอนเช้า)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ฝึกมาอย่างไร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จะเห็นพฤติกรรม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Typhoon-Base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Decoder-only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pretrain อย่างเดียว = base model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เขียนต่อ ไม่ตอบคำถาม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Typhoon-Instruct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Decoder-only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ฝึกต่อด้วย instruction + บทสนทนา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ทำตามคำสั่ง คุยได้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WangchanBERTa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Encoder-only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pretrain ภาษาไทย + fine-tune sentiment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attention สองทาง · tokenizer ไทย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GPT-2 (tokenizer)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ภาษาอังกฤษ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ใช้เทียบว่าหั่นภาษาไทยอย่างไร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069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Typhoon2 (SCB 10X) ต่อยอดจาก Llama 3.2 · WangchanBERTa (VISTEC-depa) · Base กับ Instruct คือโมเดลเดียวกัน ต่างแค่การฝึกขั้นหลัง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Tokenizer &amp; Embedding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จากตอนเช้า: ขั้น ① ② ของ Transformer — ข้อความ → token → token id → vector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046720" cy="1554480"/>
          </a:xfrm>
          <a:prstGeom prst="roundRect">
            <a:avLst>
              <a:gd name="adj" fmla="val 7059"/>
            </a:avLst>
          </a:prstGeom>
          <a:solidFill>
            <a:srgbClr val="2E2952"/>
          </a:solidFill>
          <a:ln w="12700">
            <a:solidFill>
              <a:srgbClr val="2E29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9260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เทียบ tokenizer อังกฤษ vs ไทย ด้วย token สี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วัดว่าแต่ละ tokenizer ใช้ token กับภาษาไทยมากน้อยแค่ไหน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วาด embedding ของคำไทยให้เห็นกลุ่มคำ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→ Token → Token ID</a:t>
            </a:r>
            <a:endParaRPr lang="en-US" sz="2600" dirty="0"/>
          </a:p>
        </p:txBody>
      </p:sp>
      <p:pic>
        <p:nvPicPr>
          <p:cNvPr id="6" name="Image 0" descr="/tmp/claude-0/pm/figs/t01_token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74" y="1188720"/>
            <a:ext cx="6911252" cy="2926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แสดงแต่ละ token เป็นแถบสี เทียบ GPT-2 · WangchanBERTa · Typhoon2 บนประโยคภาษาไทยเดียวกัน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8366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1 · โค้ด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โค้ด: เทียบ tokenizer และนับ token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pieces_of(tokenizer, text):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ids = tokenizer.encode(text, add_special_tokens=False)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ids, [tokenizer.decode([i]) for i in ids]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tk in TOKENIZERS.items():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tokenizer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ids, pieces = pieces_of(tk, text)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แถบสีต่อ token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counts[name]["ไทย"] += len(tk.encode(th))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นับ token 3 คู่ประโยค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ax.bar(...)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กราฟแท่ง EN vs 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128016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13716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encode()</a:t>
            </a:r>
            <a:endParaRPr lang="en-US" sz="13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→ เลข id (ปิด special tokens เพื่อดูเฉพาะเนื้อความ)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0" y="2834640"/>
            <a:ext cx="2834640" cy="1280160"/>
          </a:xfrm>
          <a:prstGeom prst="roundRect">
            <a:avLst>
              <a:gd name="adj" fmla="val 8571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2926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5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decode([i])</a:t>
            </a:r>
            <a:endParaRPr lang="en-US" sz="13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แปลง id ทีละตัวกลับเป็นข้อความ = ชิ้นที่ tokenizer ตัด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tokenizer ที่ฝึกภาษาไทยมา ใช้ token น้อยกว่ามาก = ประหยัด context และแต่ละ token มีความหมาย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Embedding: วาดให้เห็นกลุ่มคำ</a:t>
            </a:r>
            <a:endParaRPr lang="en-US" sz="2600" dirty="0"/>
          </a:p>
        </p:txBody>
      </p:sp>
      <p:pic>
        <p:nvPicPr>
          <p:cNvPr id="6" name="Image 0" descr="/tmp/claude-0/pm/figs/t08_embed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20954"/>
            <a:ext cx="3840480" cy="34102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89120" y="1280160"/>
            <a:ext cx="4297680" cy="2011680"/>
          </a:xfrm>
          <a:prstGeom prst="roundRect">
            <a:avLst>
              <a:gd name="adj" fmla="val 4545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3716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vecs = [word_vector(w) for w in words]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 คำไทย 4 กลุ่ม · 2048 มิติ → 2 มิติ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 = PCA(n_components=2).fit_transform(vecs)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ax.scatter(xy[:,0], xy[:,1], c=กลุ่ม)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= cosine_similarity(ทุกคู่)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20×20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ax.imshow(sim)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89120" y="3474720"/>
            <a:ext cx="4297680" cy="1143000"/>
          </a:xfrm>
          <a:prstGeom prst="roundRect">
            <a:avLst>
              <a:gd name="adj" fmla="val 96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35661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สิ่งที่จะเห็น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คำกลุ่มเดียวกันอยู่ใกล้กัน (scatter) และเป็นบล็อกสว่างตามแนวทแยง (heatmap) — เรียนจากบริบทเอง ไม่มีใครบอก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ข้างใน LLM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จากตอนเช้า: Decoder เขียนทีละ token · Encoder vs Decoder · Base vs Instruction · Hallucination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046720" cy="1554480"/>
          </a:xfrm>
          <a:prstGeom prst="roundRect">
            <a:avLst>
              <a:gd name="adj" fmla="val 7059"/>
            </a:avLst>
          </a:prstGeom>
          <a:solidFill>
            <a:srgbClr val="2E2952"/>
          </a:solidFill>
          <a:ln w="12700">
            <a:solidFill>
              <a:srgbClr val="2E29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9260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ดู LLM เขียนทีละ token แบบเห็นทุกขั้น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เทียบ attention จริงของ WangchanBERTa กับ Typhoon2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เทียบ Base vs Instruct · มี/ไม่มีความจำ · มี/ไม่มี context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ข้อความ → id → โมเดล → id → ข้อความ</a:t>
            </a:r>
            <a:endParaRPr lang="en-US" sz="2200" dirty="0"/>
          </a:p>
        </p:txBody>
      </p:sp>
      <p:pic>
        <p:nvPicPr>
          <p:cNvPr id="6" name="Image 0" descr="/tmp/claude-0/pm/figs/t02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48515"/>
            <a:ext cx="8412480" cy="21664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47472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56616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msgs = [{"role": "user", "content": "เมืองหลวงของญี่ปุ่นคืออะไร ตอบสั้นๆ"}]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 = tok.apply_chat_template(msgs, add_generation_prompt=True,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return_tensors="pt", return_dict=True).to(device)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output_ids = model.generate(**inputs, max_new_tokens=30)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tok.decode(output_ids[0][n_in:], skip_special_tokens=True)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ดู LLM "เขียน" ทีละ token</a:t>
            </a:r>
            <a:endParaRPr lang="en-US" sz="2600" dirty="0"/>
          </a:p>
        </p:txBody>
      </p:sp>
      <p:pic>
        <p:nvPicPr>
          <p:cNvPr id="6" name="Image 0" descr="/tmp/claude-0/pm/figs/t13_next_to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67989"/>
            <a:ext cx="4937760" cy="21161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123444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23560" y="13258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range(6):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logits = model(ids).logits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probs = softmax(logits[0, -1])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p, idx = topk(probs, 5)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กราฟแท่ง 5 อันดับ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ids = cat([ids, idx[:1]])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ต่อคำที่ชนะ แล้ววนใหม่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0" y="32461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23560" y="3337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สิ่งที่จะเห็น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กราฟเรียงกัน = 6 รอบของการเลือกคำ (autoregressive) บน Typhoon-Base · ดูว่า "กรุงเทพ" ชนะตั้งแต่รอบแรกไหม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Attention จริง: WangchanBERTa vs Typhoon2</a:t>
            </a:r>
            <a:endParaRPr lang="en-US" sz="2200" dirty="0"/>
          </a:p>
        </p:txBody>
      </p:sp>
      <p:pic>
        <p:nvPicPr>
          <p:cNvPr id="6" name="Image 0" descr="/tmp/claude-0/pm/figs/t17_att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8882"/>
            <a:ext cx="5760720" cy="32286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23444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3258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model(**enc,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output_attentions=True)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 = out.attentions[layer][0]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 = att.mean(dim=0)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เฉลี่ยทุก head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ax.imshow(att)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63640" y="3108960"/>
            <a:ext cx="2423160" cy="1508760"/>
          </a:xfrm>
          <a:prstGeom prst="roundRect">
            <a:avLst>
              <a:gd name="adj" fmla="val 7273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320040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25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สิ่งที่จะเห็น</a:t>
            </a:r>
            <a:endParaRPr lang="en-US" sz="12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WangchanBERTa เต็มทุกช่อง · Typhoon2 เป็นสามเหลี่ยม (masked) · กราฟแยกแถว "มัน" ว่ามองไปที่ "แมว" ไหม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2.4 Base vs Instruct: ถามคำถามเดียวกัน</a:t>
            </a:r>
            <a:endParaRPr lang="en-US" sz="2200" dirty="0"/>
          </a:p>
        </p:txBody>
      </p:sp>
      <p:pic>
        <p:nvPicPr>
          <p:cNvPr id="6" name="Image 0" descr="/tmp/claude-0/pm/figs/t03_base_instr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92711"/>
            <a:ext cx="5120640" cy="19752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234440"/>
            <a:ext cx="3017520" cy="1920240"/>
          </a:xfrm>
          <a:prstGeom prst="roundRect">
            <a:avLst>
              <a:gd name="adj" fmla="val 4762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32588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 == INST: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instruct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 = tok.apply_chat_template(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msgs, ...)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 = tok(prompt, ...)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mdl.generate(**inputs)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inputs["input_ids"].shape[1]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new_ids = out[0][n:]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0" y="32004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06440" y="32918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compare(prompts)</a:t>
            </a:r>
            <a:endParaRPr lang="en-US" sz="13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ตาราง: 4 คำขอภาษาไทย (ทักทาย ข้อเท็จจริง แปล สรุป) × Base / Instruct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 ความจำ: ไม่ส่งประวัติ vs ส่งประวัติ</a:t>
            </a:r>
            <a:endParaRPr lang="en-US" sz="2200" dirty="0"/>
          </a:p>
        </p:txBody>
      </p:sp>
      <p:pic>
        <p:nvPicPr>
          <p:cNvPr id="6" name="Image 0" descr="/tmp/claude-0/pm/figs/t04_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4795"/>
            <a:ext cx="5303520" cy="22025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234440"/>
            <a:ext cx="2834640" cy="1965960"/>
          </a:xfrm>
          <a:prstGeom prst="roundRect">
            <a:avLst>
              <a:gd name="adj" fmla="val 4651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32588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chat(user_turns, memory):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text in user_turns: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history.append({"role": "user",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"content": text})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msgs = history if memory \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else [history[-1]]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 = ask(INST, msgs)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52160" y="3337560"/>
            <a:ext cx="2834640" cy="1280160"/>
          </a:xfrm>
          <a:prstGeom prst="roundRect">
            <a:avLst>
              <a:gd name="adj" fmla="val 8571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 3 คอลัมน์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ผู้ใช้พิมพ์ · ❌ ส่งแค่ข้อความล่าสุด · ✅ ส่งประวัติ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2.6 Hallucination: ไม่มี context vs มี context</a:t>
            </a:r>
            <a:endParaRPr lang="en-US" sz="2200" dirty="0"/>
          </a:p>
        </p:txBody>
      </p:sp>
      <p:pic>
        <p:nvPicPr>
          <p:cNvPr id="6" name="Image 0" descr="/tmp/claude-0/pm/figs/f22_hallucination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57313"/>
            <a:ext cx="4937760" cy="2246095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280160"/>
          <a:ext cx="3200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คอลัมน์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มักจะเห็น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Base (เขียนต่อ)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แต่งต่อเสมอ ลื่นแต่ผิด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Instruct ไม่มี context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ตอบมั่นใจ อาจแต่งเอง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Instruct + context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ตรงข้อมูล / "ไม่พบข้อมูล"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ศ.สมชาย ใจดี เป็นบุคคลสมมติ · การฝึกต่างกัน → แนวโน้มแต่งคำตอบต่างกัน · context คือพื้นฐานของ RAG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Temperature &amp; Top-p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จากตอนเช้า: LLM เลือกคำจากความน่าจะเป็น — ปุ่มสองตัวนี้ปรับการกระจาย "ก่อน" สุ่ม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046720" cy="1554480"/>
          </a:xfrm>
          <a:prstGeom prst="roundRect">
            <a:avLst>
              <a:gd name="adj" fmla="val 7059"/>
            </a:avLst>
          </a:prstGeom>
          <a:solidFill>
            <a:srgbClr val="2E2952"/>
          </a:solidFill>
          <a:ln w="12700">
            <a:solidFill>
              <a:srgbClr val="2E29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9260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เห็นการกระจายจริงที่ temperature ต่างกัน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เห็นว่า top-p เก็บตัวเลือกกี่คำในแต่ละสถานการณ์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วัดความหลากหลายของข้อความ (distinct-2)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3.1 Temperature: softmax(logits / T)</a:t>
            </a:r>
            <a:endParaRPr lang="en-US" sz="2600" dirty="0"/>
          </a:p>
        </p:txBody>
      </p:sp>
      <p:pic>
        <p:nvPicPr>
          <p:cNvPr id="6" name="Image 0" descr="/tmp/claude-0/pm/figs/t05_temper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05183"/>
            <a:ext cx="8412480" cy="26188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40233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next_token_logits("เมืองหลวงของประเทศไทยคือ")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 in [0.3, 1.0, 2.0]: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softmax(logits / T)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 ต่ำ = แหลม · T สูง = แบน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3.2 Top-p: จำนวนตัวเลือกปรับตามความมั่นใจ</a:t>
            </a:r>
            <a:endParaRPr lang="en-US" sz="2200" dirty="0"/>
          </a:p>
        </p:txBody>
      </p:sp>
      <p:pic>
        <p:nvPicPr>
          <p:cNvPr id="6" name="Image 0" descr="/tmp/claude-0/pm/figs/t18_top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632" y="1188720"/>
            <a:ext cx="8406735" cy="2926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พรอมต์ที่โมเดลมั่นใจ → เก็บไม่กี่คำ · พรอมต์เปิดกว้าง → เก็บหลายพัน token · ต่างจาก top_k ที่เก็บจำนวนตายตัว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3.3 ผลต่อข้อความจริง และค่าที่ควรใช้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พารามิเตอร์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ทำอะไร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ใช้เมื่อ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do_sample=False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greedy เลือกสูงสุดเสมอ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ข้อเท็จจริง/สรุป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temperature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ปรับความแหลม/แบน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0.2–0.3 แม่น · 0.7–1.0 สร้างสรรค์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top_p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สุ่มจากกลุ่มที่รวมถึง p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0.9–0.95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repetition_penalty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ลดการพูดซ้ำ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1.1–1.3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28016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13716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สิ่งที่จะเห็นใน notebook</a:t>
            </a:r>
            <a:endParaRPr lang="en-US" sz="13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 5 ข้อความ × 3 temperature + กราฟ distinct-2: T สูงขึ้น = หลากหลายขึ้น แต่เริ่มหลุด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60720" y="352044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3611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จำไว้</a:t>
            </a:r>
            <a:endParaRPr lang="en-US" sz="13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temperature ต่ำ = คงที่ แต่ไม่ได้กัน hallucination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VAE vs Autoencoder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จากตอนเช้า: Autoencoder บีบเป็น "จุด" · VAE บีบเป็น "ช่วง" จึงสุ่มสร้างได้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046720" cy="1554480"/>
          </a:xfrm>
          <a:prstGeom prst="roundRect">
            <a:avLst>
              <a:gd name="adj" fmla="val 7059"/>
            </a:avLst>
          </a:prstGeom>
          <a:solidFill>
            <a:srgbClr val="2E2952"/>
          </a:solidFill>
          <a:ln w="12700">
            <a:solidFill>
              <a:srgbClr val="2E29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9260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เทรน 2 โมเดลด้วยโค้ดเดียวกัน ต่างแค่ kl_weight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เทียบ 5 อย่าง: loss · reconstruction · latent · แผนที่ · การสุ่มสร้าง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เข้าใจว่าเทอม KL ทำให้ VAE เป็น generative model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สถาปัตยกรรม: Encoder → Sampling → Decoder</a:t>
            </a:r>
            <a:endParaRPr lang="en-US" sz="2200" dirty="0"/>
          </a:p>
        </p:txBody>
      </p:sp>
      <p:pic>
        <p:nvPicPr>
          <p:cNvPr id="6" name="Image 0" descr="/tmp/claude-0/pm/figs/g06_vae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671" y="1234440"/>
            <a:ext cx="7606657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42062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z_mean + ops.exp(0.5 * z_log_var) * epsilon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reparameterization trick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8366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4 · โค้ด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สวิตช์เดียว: kl_weight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recon_loss = mean(sum(binary_crossentropy(data, recon)))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 = -0.5 * (1 + z_log_var - square(z_mean) - exp(z_log_var))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kl_loss = mean(sum(kl, axis=1))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recon_loss + self.kl_weight * kl_loss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vae, _ = train(1.0, "VAE")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มี KL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ae,  _ = train(0.0, "Autoencoder")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ไม่มี KL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2801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371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kl_weight = 1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VAE: ดึง latent เข้าหา N(0,1)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26974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7889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kl_weight = 0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Autoencoder ธรรมดา: ไม่มีอะไรคุม latent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ทดลองแบบควบคุมตัวแปร: สถาปัตยกรรม ข้อมูล จำนวน epoch เหมือนกันทุกอย่าง ต่างแค่เทอมเดียว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ผลที่จะเห็น: ลอกภาพได้ทั้งคู่ แต่สร้างใหม่ได้แค่ VAE</a:t>
            </a:r>
            <a:endParaRPr lang="en-US" sz="2200" dirty="0"/>
          </a:p>
        </p:txBody>
      </p:sp>
      <p:pic>
        <p:nvPicPr>
          <p:cNvPr id="6" name="Image 0" descr="/tmp/claude-0/pm/figs/g19_vae_vs_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77251"/>
            <a:ext cx="4846320" cy="2697659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280160"/>
          <a:ext cx="3291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เทียบ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AE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VAE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Reconstruction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ดี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ดี (เบลอกว่านิด)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Latent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กระจาย มีช่องว่าง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อัดแน่นรอบ 0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แผนที่ [-2,2]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ภาพซ้ำ/เละ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ค่อยๆ เปลี่ยน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สุ่ม z ~ N(0,1)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ไม่น่าเชื่อถือ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ได้ตัวเลขใหม่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Interpolation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สะดุด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ลื่นไหล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ความต่างทั้งหมดมาจากเทอม KL เทอมเดียว = เหตุผลที่ VAE เป็น generative model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3A3560"/>
          </a:solidFill>
          <a:ln w="12700">
            <a:solidFill>
              <a:srgbClr val="3A356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การบ้าน: ระบบวิเคราะห์รีวิวภาษาไทย (Notebook 3)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ร้านกาแฟสมมติ ดอยดาว คาเฟ่ ต้องการระบบอ่านรีวิวภาษาไทย → ข้อมูลที่ตรวจสอบแล้ว + กราฟสรุปให้ผู้บริหาร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49224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เนื้อหา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คะแนน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Pydantic model (ผล LLM + ผลรวม) + วิเคราะห์ 12 รีวิวเป็นตาราง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ภาพสรุป 3 กราฟ ป้ายภาษาไทย (สินค้า×ความรู้สึก, confidence, ชื่อเฉพาะ)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WangchanBERTa vs Typhoon2 LLM (heatmap + อัตรา JSON ถูกรูปแบบ)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ส่งออก JSON ที่ตรวจแล้ว + จับข้อมูลผิดรูปแบบ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บทวิเคราะห์ข้อจำกัด 150–250 คำ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ส่ง: ไฟล์ .ipynb ที่รันครบทุกเซลล์ (มีผลลัพธ์และกราฟ) · File → Download → .ipynb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เครื่องมือในการบ้าน และสิ่งที่ควรสังเกต</a:t>
            </a:r>
            <a:endParaRPr lang="en-US" sz="2200" dirty="0"/>
          </a:p>
        </p:txBody>
      </p:sp>
      <p:pic>
        <p:nvPicPr>
          <p:cNvPr id="6" name="Image 0" descr="/tmp/claude-0/pm/figs/t07_pydan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95177"/>
            <a:ext cx="5120640" cy="1764527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30175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เครื่องมือ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ตระกูล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sentiment_a (WangchanBERTa)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encoder + head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thai_ner (ThaiNER v2)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encoder + token head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llm_review (Typhoon2)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decoder · instruct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37947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ข้อมูลมีรีวิวผสม · ประชด · ข้อเท็จจริงล้วน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เพื่อให้เห็นว่า confidence สูงไม่ได้แปลว่าถูก · LLM เล็กบางครั้งตอบผิดรูปแบบ → Pydantic จับได้ แต่ตรวจความถูกต้องของเนื้อหาไม่ได้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3A3560"/>
          </a:solidFill>
          <a:ln w="12700">
            <a:solidFill>
              <a:srgbClr val="3A356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สิ่งที่ทำบ่ายนี้ ↔ ทฤษฎีช่วงเช้า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บ่ายนี้ (เห็นด้วยตา)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ทฤษฎีช่วงเช้า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token สี: tokenizer อังกฤษ vs ไทย, กลุ่มคำไทยใน embedding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Token → Vector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กราฟ 6 รอบของการเลือกคำ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Decoder เขียนทีละ token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WangchanBERTa เต็ม vs Typhoon2 สามเหลี่ยม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Encoder vs Decoder, masked attention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Typhoon-Base vs Typhoon-Instruct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Base vs Instruction, ฝึก LLM เป็นขั้น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ความจำ, context ลดการแต่ง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Context window, Hallucination → RAG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temperature, top-p, distinct-2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การเลือกคำจากความน่าจะเป็น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VAE vs AE: เทอม KL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Latent space, VAE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การบ้าน: โมเดลเฉพาะงาน vs LLM + Pydantic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Body + head, Instruction model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9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Hands-on Labs (Thai models)</dc:title>
  <dc:subject>PptxGenJS Presentation</dc:subject>
  <dc:creator>PptxGenJS</dc:creator>
  <cp:lastModifiedBy>PptxGenJS</cp:lastModifiedBy>
  <cp:revision>1</cp:revision>
  <dcterms:created xsi:type="dcterms:W3CDTF">2026-09-20T04:45:10Z</dcterms:created>
  <dcterms:modified xsi:type="dcterms:W3CDTF">2026-09-20T04:45:10Z</dcterms:modified>
</cp:coreProperties>
</file>