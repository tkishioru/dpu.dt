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ให้ทุกคนเปิด notebook Lab 2 ก่อน · ทุกแล็บติดตั้งไลบรารีในเซลล์แรกเสร็จในไม่ถึง 1 นาที ไม่ต้อง restart runtime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ย้ำเรื่อง GPU ก่อนอย่างอื่น เพราะเป็นสาเหตุอันดับหนึ่งของ 'รันไม่ได้'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เป้าหมาย: เห็นด้วยตัวเลขว่า prompt แต่ละระดับต่างกันตรงไหน 'ข้างใน' โมเดล — ไม่ใช่แค่ดูคำตอบ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ทำไมต้องมี B: ถ้าเทียบ A กับ C ตรง ๆ แล้ววัดด้วย JSON จะไม่แฟร์ เพราะ A ไม่ได้ขอ JSON — B คือตัวที่บอกว่า 'แค่ขอ JSON' พอไหม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ชี้ว่าระดับ A/B ต่างกันแค่คำว่า 'เป็น JSON' คำเดียว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ตัวเลขในคอมเมนต์เป็นตัวอย่าง — ค่าจริงอาจต่าง และนั่นคือประเด็นอภิปราย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ถ้าใคร error เรื่อง output_attentions: โหลดโมเดลใหม่ด้วย attn_implementation='eager'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temperature/top-p คือเนื้อหา Lab 3 สัปดาห์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ตารางนี้คือ pd.DataFrame.from_dict(results, orient="index") ใน notebook — มีคอลัมน์ attention sink เพิ่มอีกหนึ่งคอลัมน์ (สูงทุกระดับ เป็นเรื่องปกติ)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ตัวเลขในคอมเมนต์เป็นตัวอย่าง ห้ามเอาไปเขียนในรายงานแทนค่าจริง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เปลี่ยนการเขียน prompt จากลองผิดลองถูก เป็นการทดลองที่วัดผลได้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ข้อมูลฝังอยู่ใน notebook แล้ว (DATA) ไม่ต้องอัปโหลด · train 120 ข้อเป็นข้อมูลสังเคราะห์จากแม่แบบ — บอกนักศึกษาตรง 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ฟังก์ชันวัดผลชุดนี้ Lab 4 ใช้ทุกตัวอักษร คะแนนสองแล็บจึงเทียบกันได้ · ถามห้อง: ทำไมไม่ให้คะแนนคำตอบยาวที่มีหมวดถูก? — เพราะระบบจริงต้อง route ได้อัตโนมัติ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ระดับที่คะแนน dev ดีที่สุด (มักเป็น L2 หรือ L3) คือ 'prompt เต็ม' ที่จะเอาไปเทียบกับ fine-tune ใน Lab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เป้า = คะแนน dev ≥ 0.9 (dev 10 ข้อ: 0.1 = 1 ข้อ อย่าตีความความต่างเล็ก ๆ มากไป) · ตัวเลขในคอมเมนต์เป็นตัวอย่าง · 80 ครั้ง ใช้ราว 3–5 นาทีบน T4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ระวังโหมด reasoning ของโมเดลใหญ่ ให้ปิดถ้าปิดได้ เพื่อเทียบใกล้เคียง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ถ้าลืมอัปโหลด Lab 4 จะใช้ L3 ที่ฝังไว้แทน — ยังทำแล็บต่อได้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 transformers + peft ของ Hugging Face ตรง ๆ — ติดตั้งราว 1 นาที ไม่ต้อง restart · ให้ปิด runtime ของ Lab 3 ก่อน · ถ้ามี best_prompts.json จาก Lab 3 ให้ลากไปวางในแผง Files ก่อน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ถ้าขึ้น 'ไม่พบ GPU' ให้เปลี่ยน runtime เป็น T4 แล้วรันใหม่ตั้งแต่เซลล์แรก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เซลล์นี้พิมพ์ 3 อย่าง: ① ทั้งก้อน ② ส่วนที่คิด loss ③ ทีละ token ตรงรอยต่อ — ให้นักศึกษาชี้ว่าตรงไหนเริ่มคิด loss · ถ้าเห็น � = เศษอักษรไทยที่ถูกตัดกลางตัว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ถ้าลืมตั้ง −100 loss จะรวมการทาย system prompt ซ้ำ ๆ 100 รอบ ซึ่งง่ายมาก ตัวเลข loss จะดูดีเกินจริง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โยงกลับสไลด์ LoRA ตอนเช้า: A = 2,048 × 16, B = 16 × 2,048 · ถ้ารันเซลล์นี้ซ้ำ โค้ดจะหยุดพร้อมข้อความบอก — ต้องรันเซลล์โหลดโมเดลใหม่ก่อน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ระหว่างรอเทรน ให้นักศึกษาอ่านโค้ด 4.4 ล่วงหน้า · รันเซลล์เทรนซ้ำจะถูกห้าม (ไม่งั้นเทรนต่อจากของเดิมเป็น 6 epoch)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compare() นับเฉพาะข้อที่สองแนวทางตอบต่างกัน (McNemar) — 20 ข้อยังน้อย ความต่าง 1–2 ข้อเกิดจากความบังเอิญได้ง่าย · การบ้านใช้เกณฑ์เดียวกันนี้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แจกสไลด์การบ้านแยก (Week3_Homework) ตอนท้ายคาบ · ถ้ามีเวลา เปิดสไลด์ภาพรวม 7 ขั้นให้ดูสั้น 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ปิดด้วยสะพานสู่สัปดาห์ 4: วันนี้ใส่บริบทด้วยมือ สัปดาห์หน้าให้ระบบไปค้นมาใส่เอง = RAG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206240" cy="4206240"/>
          </a:xfrm>
          <a:prstGeom prst="ellipse">
            <a:avLst/>
          </a:prstGeom>
          <a:solidFill>
            <a:srgbClr val="22325A"/>
          </a:solidFill>
          <a:ln w="12700">
            <a:solidFill>
              <a:srgbClr val="2232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108960"/>
            <a:ext cx="2743200" cy="2743200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ช่วงบ่าย: ลงมือทำ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ตามรอย prompt · prompt อย่างเป็นระบบ · fine-tune ด้วย LoRA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 (ปฏิบัติบน Google Colab)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ดร.ธีรพงศ์ อรชร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75895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บ่ายนี้ทำอะไร และเชื่อมกับตอนเช้าตรงไหน</a:t>
            </a:r>
            <a:endParaRPr lang="en-US" sz="2400" dirty="0"/>
          </a:p>
        </p:txBody>
      </p:sp>
      <p:pic>
        <p:nvPicPr>
          <p:cNvPr id="8" name="Image 0" descr="/home/claude/week3/slides/fig/E_lab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8229600" cy="20754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556763"/>
            <a:ext cx="2621280" cy="1129537"/>
          </a:xfrm>
          <a:prstGeom prst="roundRect">
            <a:avLst>
              <a:gd name="adj" fmla="val 647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684779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629915"/>
            <a:ext cx="2072640" cy="983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2 ↔ ส่วนที่ 3 ตอนเช้า (เส้นทาง prompt 6 ขั้น)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3556763"/>
            <a:ext cx="2621280" cy="1129537"/>
          </a:xfrm>
          <a:prstGeom prst="roundRect">
            <a:avLst>
              <a:gd name="adj" fmla="val 647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9376" y="3684779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2840" y="3629915"/>
            <a:ext cx="2072640" cy="983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3 ↔ หลักการ prompt 5 ข้อ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3556763"/>
            <a:ext cx="2621280" cy="1129537"/>
          </a:xfrm>
          <a:prstGeom prst="roundRect">
            <a:avLst>
              <a:gd name="adj" fmla="val 647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3684779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7000" y="3629915"/>
            <a:ext cx="2072640" cy="983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4 ↔ ส่วนที่ 2 (LoRA, chat template, dev/test)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681228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68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0 · เตรียม Google Colab (ทำครั้งเดียว ใช้ทุกแล็บ)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444752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142646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· เปิด GPU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Runtime → Change runtime type → T4 GPU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ถ้าไม่เปิด โมเดล 1B จะช้ามากและ Lab 4 เทรนไม่ได้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64892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1196" y="1444752"/>
            <a:ext cx="365760" cy="365760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1119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168396" y="142646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· ติดตั้ง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711196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เซลล์แรกของทุก notebook ติดตั้งให้เอง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(transformers, accelerate · Lab 4 เพิ่ม peft, datasets)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ไม่ถึง 1 นาที ไม่ต้อง restart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72584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18888" y="1444752"/>
            <a:ext cx="365760" cy="36576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18888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76088" y="142646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· โหลดโมเดล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เซลล์ถัดมาโหลด Typhoon2-1B แบบ fp16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ครั้งแรกดาวน์โหลด ≈ 2.5 GB ใช้ 1–3 นาที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2 โหลดแบบ attention "eager" เพื่อดึง attention ออกมาดูได้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80276" y="1298448"/>
            <a:ext cx="1906524" cy="3387852"/>
          </a:xfrm>
          <a:prstGeom prst="roundRect">
            <a:avLst>
              <a:gd name="adj" fmla="val 479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26580" y="1444752"/>
            <a:ext cx="365760" cy="365760"/>
          </a:xfrm>
          <a:prstGeom prst="ellipse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265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83780" y="142646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· ถ้าติดปัญหา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926580" y="1901952"/>
            <a:ext cx="1613916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หน่วยความจำเต็ม → Runtime → Restart session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โหลดช้า → รอ ไม่ต้องกดซ้ำ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เซลล์ error → อ่านบรรทัดสุดท้ายของ error ก่อนถาม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1280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2740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ตามรอย prompt: 3 ระดับ วัดด้วยตัวชี้วัดเดียวกัน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โจทย์: สรุปรีวิวร้านกาแฟเป็น JSON · prompt A คลุมเครือ / B สั้น / C เต็ม 4 ส่วน · ไฟล์: Lab2_Trace_Prompt_TH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75895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①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· prompt 3 ระดับ สำหรับโจทย์เดียวกัน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  <a:gridCol w="228600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ระดับ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prompt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มีอะไรบ้าง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เทียบกับตอนเช้า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 · คลุมเครือ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"สรุปรีวิวนี้หน่อย: กาแฟดีแต่รอนานมาก"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ไม่ได้บอกด้วยซ้ำว่าอยากได้ JSON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= prompt "ไม่ดี" ในสไลด์ตอนเช้า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 · สั้น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"สรุปรีวิวนี้เป็น JSON: กาแฟดีแต่รอนานมาก"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ขอ JSON แต่ไม่บอกรูปแบบ ไม่มีตัวอย่าง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ระดับกลางที่เพิ่มเข้ามา เพื่อให้เทียบแฟร์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 · เต็ม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บทบาท + คำสั่งรูปแบบ + ตัวอย่าง + คำสั่ง + รีวิว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ครบทุกส่วน (3 ส่วนแรกจะถอดทีละส่วนใน 2.6)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= prompt "ดี" ในสไลด์ตอนเช้า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0462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" y="4283964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404622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ทุกระดับวัดด้วยตัวชี้วัดชุดเดียวกัน: จำนวน token · entropy ของ token แรก · P(ขึ้นต้น JSON) · attention sink · อัตรา parse ผ่าน → รวมเป็นตารางเดียวตอนท้าย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①–②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· เก็บ prompt เป็น "ส่วน ๆ" ชื่อเดียวกันทุกระดับ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  = "กาแฟดีแต่รอนานมาก"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SEGMENTS = ["บทบาท", "คำสั่งรูปแบบ", "ตัวอย่าง", "คำสั่ง", "รีวิว"]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full_parts(role=True, fmt=True, example=True):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role:    parts.append(("บทบาท", ROLE))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fmt:     parts.append(("คำสั่งรูปแบบ", FORMAT))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example: parts.append(("ตัวอย่าง", EXAMPLE))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parts.append(("คำสั่ง", "ตอนนี้วิเคราะห์รีวิวนี้:"))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parts.append(("รีวิว", REVIEW))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parts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 คลุมเครือ": [("คำสั่ง", "สรุปรีวิวนี้หน่อย:"), ("รีวิว", REVIEW)],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 สั้น":      [("คำสั่ง", "สรุปรีวิวนี้เป็น JSON:"), ("รีวิว", REVIEW)],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 เต็ม":      full_parts(),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to_messages → user message เดียว · render → ใส่ template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= รายการ (ชื่อส่วน, ข้อความ) — ส่วนชื่อเดียวกันเทียบกันข้ามระดับได้ เช่น "รีวิว" เป็นข้อความเดียวกันทุกระดับ (ใช้ในกราฟ attention 2.4)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full_parts(role=False, ...) ปิดทีละส่วน → ใช้ถอด prompt ใน 2.6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render() ใส่ token พิเศษและ system block (มีวันที่) ให้ — ขั้น ① ของเส้นทาง prompt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results = {} เก็บตัวชี้วัดทุกอย่างของทุกระดับ ไว้รวมตารางเดียว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④–⑤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2.3 · การกระจายของ token แรก: entropy และ P(ขึ้นต้น JSON)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@torch.no_grad()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next_token_probs(parts):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 = encode(render(to_messages(parts)))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model(input_ids=enc.input_ids.to(model.device))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torch.softmax(out.logits[0, -1].float(), dim=-1).cpu()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entropy_bits(p):            # กระจาย = สูง, เกาะกลุ่ม = ต่ำ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p[p &gt; 0]; return float(-(p * torch.log2(p)).sum())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json_start_ids = [i for i in range(len(tok))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tok.decode([i]).lstrip().startswith(("{", "```"))]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parts in PROMPTS.items():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next_token_probs(parts)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results[name]["entropy (bit)"]   = entropy_bits(p)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results[name]["P(ขึ้นต้น JSON)"] = p[json_start_ids].sum().item()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ตัวอย่างผล:  A 3.1 bit / 0.01   B 1.4 / 0.72   C 0.4 / 0.96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④–⑤: forward ครั้งเดียว → logits → softmax ได้การกระจายของ token แรก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entropy คือตัวเลขเดียวที่วัด "กระจาย vs เกาะกลุ่ม" — 0 bit = มั่นใจ token เดียว, 3 bit ≈ ลังเลระหว่าง 8 token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P(ขึ้นต้น JSON) รวมทุก token ที่ขึ้นต้น { หรือ ``` (มีหลายตัว ไม่ใช่แค่ "{")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กราฟ top-10 สามระดับวางแกน y เดียวกัน แท่งเขียว = token ที่ขึ้นต้น JSON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75895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⑤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ทำไมต้องรวมกลุ่ม token ที่ขึ้นต้น JSON</a:t>
            </a:r>
            <a:endParaRPr lang="en-US" sz="2400" dirty="0"/>
          </a:p>
        </p:txBody>
      </p:sp>
      <p:pic>
        <p:nvPicPr>
          <p:cNvPr id="8" name="Image 0" descr="/home/claude/week3/slides/fig/G_json_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8229600" cy="178132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262651"/>
            <a:ext cx="4023360" cy="1423649"/>
          </a:xfrm>
          <a:prstGeom prst="roundRect">
            <a:avLst>
              <a:gd name="adj" fmla="val 5138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390667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335803"/>
            <a:ext cx="3474720" cy="127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tokenizer อาจมี {" เป็น token เดียว และโมเดลเล็กมักขึ้นต้นด้วย ```json — ถ้าดูแค่ "{" ตัวเดียว จะได้ค่าต่ำทั้งที่โมเดลกำลังจะตอบ JSON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3262651"/>
            <a:ext cx="4023360" cy="1423649"/>
          </a:xfrm>
          <a:prstGeom prst="roundRect">
            <a:avLst>
              <a:gd name="adj" fmla="val 5138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3390667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74920" y="3335803"/>
            <a:ext cx="3474720" cy="1277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 parse ให้ตัด ``` ออกก่อน json.loads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75895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④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2.4 · attention ของตำแหน่งสุดท้าย รวมเป็นรายส่วน (ชื่อส่วนชุดเดียวกันทุกระดับ)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@torch.no_grad()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attention_by_segment(parts, layer=8):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render(to_messages(parts)); enc = encode(text)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model(input_ids=enc.input_ids.to(model.device),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output_attentions=True)          # ต้อง eager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 = out.attentions[layer][0].float().mean(0)[-1].cpu()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    ↑ ชั้น index 8, เฉลี่ยทุกหัว, แถวของ query ตัวสุดท้าย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seg_w = {k: 0.0 for k in SEGMENTS + ["template"]}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sink = 0.0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j, tid in enumerate(enc.input_ids[0].tolist()):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tid in special_ids: sink += att[j]; continue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seg = ส่วนที่ token j อยู่ (จาก offset_mapping)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seg_w[seg] += att[j]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normalize(seg_w), sink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กราฟแท่งกลุ่ม: แกน x = SEGMENTS + template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แท่ง 3 สี = A / B / C  (ส่วนที่ระดับนั้นไม่มี = 0)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④: attention ดึงข้อมูลจาก token ก่อนหน้า — เราดูว่าดึงจาก "ส่วน" ไหน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attention ดิบจะกองที่ &lt;|begin_of_text|&gt; (attention sink) → ตัด token พิเศษออกก่อน normalize · notebook วาดกราฟดิบให้ดูก่อน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ทุกระดับใช้ชื่อส่วนชุดเดียวกัน (SEGMENTS) จึงวางเป็นกราฟแท่งกลุ่มบนแกนเดียวกันได้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ลองเปลี่ยน layer= เป็น 2, 8, 14 — ชั้นต่างกันมอง prompt ต่างกัน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75895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④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สิ่งที่จะเห็นใน 2.4 (ตัวเลขสมมติ)</a:t>
            </a:r>
            <a:endParaRPr lang="en-US" sz="2400" dirty="0"/>
          </a:p>
        </p:txBody>
      </p:sp>
      <p:pic>
        <p:nvPicPr>
          <p:cNvPr id="8" name="Image 0" descr="/home/claude/week3/slides/fig/A_attention_s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0702" y="1298448"/>
            <a:ext cx="6622596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ซ้าย: attention ดิบต่อ token — น้ำหนักกองที่ token แรก (attention sink) notebook วาดจาก 40 token แรกของระดับ C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ขวา: หลังตัด token พิเศษและรวมรายส่วน (notebook วาง A/B/C เป็นแท่งกลุ่มบนแกนเดียวกัน)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ย้ำ: attention เป็น "ร่องรอย" ไม่ใช่คำอธิบาย — หลักฐานจริงคือ 2.5–2.6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75895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⑥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2.5 · generate จริง แล้ววัดอัตรา parse JSON ผ่าน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N_SAMPLES = 5        # เพิ่มเป็น 10 ถ้ามีเวลา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try_parse(s):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strip_fence(s)      # ตัด ```json ... ``` ออก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 return json.loads(s)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Exception: return None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@torch.no_grad()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generate(parts, n=N_SAMPLES, temperature=0.7):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ids = encode(render(to_messages(parts))).input_ids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torch.manual_seed(0)       # รันซ้ำได้ผลเดิม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range(n):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 = model.generate(ids.to(model.device), max_new_tokens=80,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do_sample=True, temperature=temperature, top_p=0.9,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eos_token_id=EOT)       # หยุดที่ &lt;|eot_id|&gt;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outs.append(decode_new(g, ids))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results[name]["parse ผ่าน/5"] = จำนวนที่ parse ผ่าน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⑥: sampling ที่ temperature 0.7 เท่ากันทุกระดับ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parse ผ่าน = ทั้งคำตอบเป็น JSON (ห่อ ``` ได้) มีคำอธิบายปน = ไม่ผ่าน · ระดับ A ไม่ได้ขอ JSON จึงคาดว่าไม่ผ่านอยู่แล้ว — ใส่ไว้ให้เห็นผลของ "ไม่ระบุรูปแบบ"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 seed ไว้ → รันซ้ำได้คำตอบเดิม ทุกระดับได้ "ลูกเต๋า" ชุดเดียวกัน · 5 ครั้งยังผันผวน ถ้ามีเวลาเพิ่มเป็น 10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ให้อ่านคำตอบจริงของแต่ละระดับด้วย ไม่ใช่ดูแค่ตัวเลข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ตารางสรุป: สามระดับ × ตัวชี้วัดทั้งหมด (ตัวอย่างผล — ของจริงดูใน notebook)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1645920"/>
                <a:gridCol w="182880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ระดับ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token ทั้งหมด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entropy (bit)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P(ขึ้นต้น JSON)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parse ผ่าน/5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 คลุมเครือ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≈ 45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สูง (≈ 3)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≈ 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 สั้น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≈ 48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กลาง (≈ 1–2)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≈ 0.5–0.8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2–4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 เต็ม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≈ 150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ต่ำ (&lt; 1)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≈ 0.9+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4–5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0462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" y="4283964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4046220"/>
            <a:ext cx="7635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อ่านจาก A → C: token เพิ่ม (ต้นทุน) · entropy ลด (เกาะกลุ่ม) · P(JSON) และ parse เพิ่ม · ถ้า B ใกล้ C แปลว่าโจทย์นี้แค่ 'ขอ JSON' ก็พอ — คำถามที่ Lab 3 จะวัดอย่างเป็นระบบ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75895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⑥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2.6 · ถอดทีละส่วน: ส่วนไหนของ prompt ทำงานจริง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configs = [("− บทบาท",        dict(role=False)),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("− คำสั่งรูปแบบ", dict(fmt=False)),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("− ตัวอย่าง",     dict(example=False))]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abl = {"C ครบทุกส่วน": results["C เต็ม"]}   # แถวอ้างอิง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kw in configs: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parts = full_parts(**kw)          # เอาออกทีละส่วน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   = next_token_probs(parts)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outs = generate(parts)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abl[name]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"token ทั้งหมด":   n_tokens(parts),   # นับแบบ 2.2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"entropy (bit)":   entropy_bits(p),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"P(ขึ้นต้น JSON)": p[json_start_ids].sum().item(),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"parse ผ่าน/5":    sum(try_parse(o) is not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for o in outs)}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pd.DataFrame.from_dict(abl, orient="index")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ตัวอย่างผล       token  entropy  P(JSON)  parse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 ครบทุกส่วน       150    0.4     0.96    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− บทบาท            140    0.5     0.94    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− คำสั่งรูปแบบ      125    1.6     0.55    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− ตัวอย่าง          115    1.0     0.78     3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เปลี่ยนตัวแปรทีละอย่างจากระดับ C — ส่วนที่ถอดแล้ว P(JSON)/parse ตกมากที่สุด = ส่วนที่ "ทำงาน" จริง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โจทย์นี้ต้องการ "รูปแบบ" ไม่ใช่ "น้ำเสียง" — คาดว่าคำสั่งรูปแบบและตัวอย่างสำคัญ ส่วนบทบาทช่วยน้อย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เทียบกับ attention ใน 2.4: ส่วนที่ถูกมองมาก แต่ถอดแล้วผลไม่ตก แปลว่า attention ไม่ใช่คำอธิบาย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ชิ้นงาน: notebook + ข้อสรุป 3 บรรทัด (ส่วนไหนถอดแล้วผลตกมากสุด · สอดคล้องกับ attention ไหม · ผลกับรีวิวของตัวเอง)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 Lab 2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7863840" cy="1737360"/>
          </a:xfrm>
          <a:prstGeom prst="roundRect">
            <a:avLst>
              <a:gd name="adj" fmla="val 631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41732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ทุกระดับคือ token ที่ต่อกันข้างหน้า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ต่างกันที่ "ให้อะไรกับ attention ดึง" และต้นทุน token ที่จ่าย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3756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entropy ของ token แรกคือตัวเลขเดียวที่บอกว่า prompt ทำให้โมเดล "เกาะกลุ่ม" แค่ไหน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attention บอกว่าโมเดล "มอง" อะไร · การถอดทีละส่วนบอกว่าอะไร "มีผลจริง"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1280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2740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engineering อย่างเป็นระบบ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 (ข) สกัดสินค้า+ราคา → JSON · โจทย์ (ค) จัดหมวดคำร้องเรียน 4 หมวด · ไฟล์: Lab3_Prompt_Engineering_TH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3–4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กติกาสำคัญ: แยกชุด dev / test</a:t>
            </a:r>
            <a:endParaRPr lang="en-US" sz="2400" dirty="0"/>
          </a:p>
        </p:txBody>
      </p:sp>
      <p:pic>
        <p:nvPicPr>
          <p:cNvPr id="8" name="Image 0" descr="/home/claude/week3/slides/fig/16_dev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455" y="1298448"/>
            <a:ext cx="6273090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dev 10 ข้อ ใช้ปรับ prompt ใน Lab 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 20 ข้อ ห้ามเปิดจนถึงขั้นสุดท้ายของ Lab 4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ถ้าเลือก prompt จากชุดไหนแล้วเอาชุดนั้นมาตัดสิน ผลจะเอียงเข้าข้าง prompt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75895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ข้อมูลใน notebook (ฝังไว้แล้ว ไม่ต้องอัปโหลด)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json.loads(r"""{ ... }""")   # ฝังในไฟล์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DATA["extract"]["dev"][0]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{"text": "หูฟังไร้สาย SoundPro X2 ราคา 1,290 บาท ส่งฟรี",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"product": "หูฟังไร้สาย SoundPro X2",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"price": 1290}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DATA["classify"]["dev"][0]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{"text": "สั่งของมา 10 วันแล้วยังไม่ได้รับเลย 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"label": "การจัดส่ง"}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DATA["classify"]["categories"]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["การจัดส่ง", "สินค้าชำรุด",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"การชำระเงิน", "บริการลูกค้า"]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ขนาดต่อโจทย์: dev 10 · test 20 · train 120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 (ข) extract: input = ประกาศขาย → output = {"product": ..., "price": ตัวเลข}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 (ค) classify: input = คำร้องเรียน → output = ชื่อหมวด 1 หมวด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dev/test เขียนด้วยมือ · train 120 ข้อสร้างจากแม่แบบ (สังเคราะห์) ใช้ใน Lab 4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โจทย์เสริม (ก) สรุปข่าว 1 ประโยค สำหรับกลุ่มที่เสร็จเร็ว — ชุด dev 10 ข้อและเกณฑ์ 0/1/2 ผู้สอนแจกแยก (ไม่อยู่ใน DATA)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14757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147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1–2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3.1 · ฟังก์ชันเรียกโมเดล และวัดผล (งานต่างชนิดวัดคนละแบบ)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@torch.no_grad()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ask(system, user, max_new_tokens=80):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msgs = ([{"role": "system", "content": system}]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system else [])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msgs += [{"role": "user", "content": user}]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tok.apply_chat_template(msgs, tokenize=False,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add_generation_prompt=True)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ids = tok(text, add_special_tokens=False,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return_tensors="pt").input_ids.to(model.device)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 = model.generate(ids, max_new_tokens=max_new_tokens,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do_sample=False, eos_token_id=EOT)  # greedy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tok.decode(g[0, ids.shape[1]:], skip_special_tokens=True)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out.strip(), ids.shape[1]     # คำตอบ, ความยาว prompt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score_extract(output, item):      # 0 …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obj = parse_json_obj(output)      # JSON → dict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obj is None: return 0.0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product_score(obj, item) + price_score(obj, item)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score_classify(output, item):     # 0 หรือ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 = first_answer(output) == item["label"]  # บรรทัดแรกพอดี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1.0 if ok else 0.0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ask() คืน (คำตอบ, จำนวน token ของ prompt) — เก็บความยาว prompt ไว้เทียบต้นทุน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(ข) product ตรงเป๊ะ 0.5 / ตรงบางส่วน 0.25 + price 0.5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(ค) บรรทัดแรกต้องเป็นชื่อหมวดที่ถูกพอดี — ตอบยาวเป็นย่อหน้า = 0 (นับแยกในคอลัมน์ "ถูกหมวดแต่ตอบยาว")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"ตอบตรงรูปแบบ" (format_ok): (ข) ทั้งคำตอบต้องเป็น JSON ที่มี product, price · (ค) บรรทัดแรกเป็นชื่อหมวดใดหมวดหนึ่ง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ทำไมเข้ม: คำตอบถูกส่งต่อให้โปรแกรมอ่านเอง — โปรแกรมอ่าน "น่าจะเป็นหมวดการจัดส่งนะคะ" ไม่ออก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3.2 · ไล่ระดับ prompt ทีละตัวแปร (โจทย์ ค)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CAT_STR = " / ".join(CATS)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EX_C  = [("ของมาถึงช้ากว่ากำหนดสามวัน", "การจัดส่ง"),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("แก้วที่ได้รับมีรอยร้าว", "สินค้าชำรุด")]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FEW_C = "\n".join(f"คำร้องเรียน: {t}\nหมวด: {a}"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for t, a in EX_C)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 = (f"จัดหมวดหมู่คำร้องเรียนต่อไปนี้ 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f"เลือกหนึ่งหมวดจาก [{CAT_STR}] ตอบเฉพาะชื่อหมวด")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LEVELS_C = {   # (system หรือ None, ฟังก์ชันสร้าง user)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"L0 zero-shot":       (None, lambda x: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f"คำร้องเรียนนี้อยู่ในหมวดไหน: {x}"),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"L1 + รูปแบบ output": (None, lambda x: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f"{HEAD}\nคำร้องเรียน: {x}\nหมวด:"),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"L2 + few-shot":      (None, lambda x: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f"{HEAD}\n{FEW_C}\nคำร้องเรียน: {x}\nหมวด:"),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"L3 + บทบาท":         (ROLE_C, lambda x:    # + 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f"{HEAD}\n{FEW_C}\nคำร้องเรียน: {x}\nหมวด:"),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# ใน notebook เขียนข้อความเต็มแทน HEAD / ROLE_C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L0 → L1 เพิ่ม "รูปแบบ output" (รายชื่อหมวด + ตอบเฉพาะชื่อหมวด)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L1 → L2 เพิ่ม few-shot 2 ตัวอย่าง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L2 → L3 เพิ่ม บทบาท ใน system prompt (ข้อความ user เหมือน L2 ทุกตัวอักษร — เปลี่ยนอย่างเดียวจริง ๆ)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เปลี่ยนทีละอย่าง → รู้ว่าคะแนนที่เพิ่มมาจากอะไร (ตรงกับตารางหลักการ 5 ข้อตอนเช้า)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 (ข) มี LEVELS_B โครงเดียวกัน แต่ระบุรูปแบบ JSON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3.2 · รันทุกระดับบนชุด dev แล้วสรุปเป็นตาราง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task, levels in [("extract", LEVELS_B),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("classify", LEVELS_C)]: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name, (system, fn) in levels.items():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evaluate(task, system, fn, "dev")   # → dict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results.append({"โจทย์": task,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"ระดับ prompt": name, **r})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pd.DataFrame(results); df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คอลัมน์: คะแนน dev · ตอบตรงรูปแบบ 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token ของ prompt · ถูกหมวดแต่ตอบยาว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ตัวอย่าง (ค่าจริงอาจต่าง)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classify L0 zero-shot     0.10   1/10   40  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classify L1 + รูปแบบ      0.70  10/10   75  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classify L2 + few-shot    0.80  10/10  120   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evaluate("classify", *LEVELS_C["L0 zero-shot"],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"dev", verbose=True)   # ดูคำตอบจริงทีละข้อ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ตารางเดียวตอบได้ว่า: โจทย์ไหน prompt ระดับใดก็พอ และโจทย์ไหน L3 แล้วยังไม่ถึงเป้า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"ถูกหมวดแต่ตอบยาว" สูงใน L0 = โมเดลรู้คำตอบ แต่ไม่ทำตามรูปแบบ → สิ่งที่ L1 แก้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ดูคอลัมน์ token ด้วย — คะแนนเพิ่ม 0.05 แต่ prompt ยาวขึ้น 2 เท่า คุ้มไหม?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verbose=True พิมพ์คำตอบจริงทีละข้อ: ตอบยาวเกิน? ตอบหลายหมวด? JSON ผิดรูป?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เป้า = คะแนน dev ≥ 0.9 · โจทย์ที่ L3 ยังต่ำกว่าเป้า = ตัวเลือกสำหรับ fine-tune ใน Lab 4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3.3 · (แถวแยก) chain-of-thought กับโจทย์ (ค)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EX_C_COT =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("ของมาถึงช้ากว่ากำหนดสามวัน",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"ปัญหาอยู่ที่ความล่าช้าของการส่ง", "การจัดส่ง"),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("แก้วที่ได้รับมีรอยร้าว", "ตัวสินค้าเสียหาย", "สินค้าชำรุด")]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FEW_C_COT = "\n".join(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f"คำร้องเรียน: {t}\nเหตุผล: {r}\nหมวด: {a}"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t, r, a in EX_C_COT)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cot_user(x):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(f"จัดหมวดหมู่ ... เลือกจาก [{CAT_STR}]\n"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f"เขียนบรรทัด 'เหตุผล: &lt;1 ประโยค&gt;' ก่อน 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f"แล้วปิดท้ายด้วย 'หมวด: &lt;ชื่อหมวด&gt;'\n"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f"{FEW_C_COT}\nคำร้องเรียน: {x}")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score_classify_cot(output, item):   # เข้มเท่า L2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re.search(r"หมวด\s*:\s*(.+)", output)   # บรรทัด หมวด: แรก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1.0 if m and first_answer(m.group(1))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== item["label"] else 0.0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พิมพ์ทั้งคะแนนและความยาวคำตอบ (token) ของ L2 เทียบ CoT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ทำเฉพาะ (ค) เพราะ (ข) ต้องตอบ JSON เท่านั้น ใส่เหตุผลไม่ได้ · ให้คะแนนเข้มเท่ากับ L2 (ชื่อหมวดหลัง "หมวด:" ต้องตรงพอดี)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 few-shot ต้องมีบรรทัดเหตุผลด้วย (FEW_C_COT) ไม่งั้นโมเดลจะเลียนแบบแล้วข้ามการอธิบาย · ตัววัดผลดูเฉพาะหลัง "หมวด:"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notebook พิมพ์คะแนนและความยาวคำตอบของ L2 กับ CoT คู่กัน — โมเดล 1B มักได้ประโยชน์จาก CoT น้อย แต่จ่าย token ตอบมากขึ้นหลายเท่า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กลไก (ตอนเช้า): ให้โมเดลเขียนขั้นกลางออกมา = token ถัดไปมีข้อมูลระหว่างทางให้ดึง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3.4 · เทียบกับ ChatGPT และ Claude (ผ่านหน้าเว็บ ไม่ต้องใช้ API)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98448"/>
            <a:ext cx="8229600" cy="2519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1 โจทย์ × 3 ข้อจากชุด dev · ยิงเฉพาะ L0 กับ L3 · เข้า 2 โมเดล = 12 ครั้ง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เซลล์ 3.4 ไม่ใช่ผลลัพธ์ — มันพิมพ์ prompt 6 ชุด (3 ข้อ × 2 ระดับ) ให้คัดลอกข้อความระหว่างเส้นประทั้งก้อนไปวางในหน้าเว็บ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ถ้ามี [system] ให้วางไว้บรรทัดแรกของข้อความ แล้วต่อด้วย user prompt ในข้อความเดียวกัน (หน้าเว็บไม่มีช่อง system)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เปิดแชทใหม่ทุกครั้ง และปิด memory / custom instructions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ไม่งั้นบริบทจากแชทก่อนหน้าจะปนเข้ามาในผล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ใต้แต่ละ prompt มีคำตอบของ Typhoon2 + คะแนนไว้แล้ว · เติมคอลัมน์ ChatGPT / Claude ในตารางท้ายเซลล์ (1 = ถูก, 0 = ผิด)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คาดว่าจะเห็น: โมเดลใหญ่ต้องการ prompt น้อยกว่า แต่หลักการ "ระบุรูปแบบ" ยังมีผลกับทุกโมเดล</a:t>
            </a:r>
            <a:endParaRPr lang="en-US" sz="15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ทำไมเทียบได้ทั้งที่ผ่าไม่ได้: หลักการ token → ทำนาย token ถัดไป เหมือนกัน (ตอนเช้า ส่วนที่ 1 ขั้นที่ 9)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9547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4238244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95478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ถ้าเวลาไม่พอ ผู้สอนสาธิตบนจอแทน 1 โจทย์ · ต้องมีบัญชี ChatGPT/Claude แบบฟรี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3.5 · บันทึก prompt ที่ดีที่สุดไปใช้ใน Lab 4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=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task, levels in [("extract", LEVELS_B),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("classify", LEVELS_C)]: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cand = df[(df["โจทย์"] == task) 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(df["ระดับ prompt"] != "L0 zero-shot")]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= cand.sort_values("คะแนน dev", ascending=False,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kind="stable").iloc[0]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sub["ระดับ prompt"]; system, fn = levels[name]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best[task] = {"level": name, "system": system,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"user_template": fn("{TEXT}"),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"dev_score": float(sub["คะแนน dev"])}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json.dump(best, open("best_prompts.json", "w",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encoding="utf-8"), ensure_ascii=False)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Lab 4 อ่านไฟล์นี้เป็นแนวทาง (2) "prompt เต็ม"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เลือกระดับที่คะแนน dev สูงสุดจาก L1–L3 (L0 เป็นเส้นฐานใน Lab 4 อยู่แล้ว) · เสมอกัน → เลือกระดับที่สั้นกว่า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 user prompt เป็นแม่แบบที่มี {TEXT} ให้แทนที่ตอนใช้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ไฟล์อยู่ใน runtime ของ Colab — หายเมื่อปิด ต้องดาวน์โหลดจากแผง Files ไว้ แล้วอัปโหลดใน Lab 4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ชิ้นงาน Lab 3: ตารางผลบนชุด dev + prompt ที่ดีที่สุดเก็บเข้า prompt library ของตัวเอง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 Lab 3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7863840" cy="1737360"/>
          </a:xfrm>
          <a:prstGeom prst="roundRect">
            <a:avLst>
              <a:gd name="adj" fmla="val 631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41732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วัดผลด้วยชุด dev และเปลี่ยน prompt ทีละตัวแปร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รู้ว่าอะไรช่วยจริง และคุ้มกับ token ที่เพิ่มไหม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3756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โจทย์ที่ prompt เต็ม (L3) แล้วยังไม่ถึงเป้า คือตัวเลือกสำหรับ fine-tune ใน Lab 4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ห้ามเปิดชุด test จนกว่าจะถึงขั้นสุดท้ายของ Lab 4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1280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2740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เตรียมข้อมูลและ fine-tune ด้วย LoRA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แปลงข้อมูลเป็นบทสนทนา + สร้าง label (คิด loss เฉพาะคำตอบ) · LoRA rank 16 ใน q, k, v, o · เทรน 1–3 นาที · เทียบ 3 แนวทางบนชุด test พร้อมค่า p · ไฟล์: Lab4_LoRA_Finetune_TH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4.0 · ติดตั้งและโหลดโมเดล (fp16 ธรรมดา ไม่ต้อง 4-bit)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-q -U "transformers&gt;=4.51,&lt;5"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"peft&gt;=0.12" accelerate datasets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"scb10x/llama3.2-typhoon2-1b-instruct"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= AutoTokenizer.from_pretrained(MODEL)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EOT = tok.convert_tokens_to_ids("&lt;|eot_id|&gt;")   # token จบ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tok.pad_token is None: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tok.pad_token = "&lt;|eot_id|&gt;"    # ใช้เติมความยาว batch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AutoModelForCausalLM.from_pretrained(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MODEL, torch_dtype=torch.float16).to("cuda")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peft = ไลบรารี LoRA ของ Hugging Face · datasets = ส่งข้อมูลเข้า Trainer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 1B แบบ fp16 ใช้หน่วยความจำ ≈ 2.5 GB — T4 มี 15 GB เหลือเฟือ จึงไม่ต้อง 4-bit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QLoRA (4-bit) หรือ Unsloth จำเป็นเมื่อโมเดล 7B ขึ้นไป — หลักการ LoRA เหมือนเดิมทุกอย่าง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EOT = token จบคำตอบ ใช้ทั้งตอนเทรน (ต่อท้ายคำตอบ) และตอน generate (หยุดตรงนี้) · pad token ใช้เติมข้อมูลที่ยาวไม่เท่ากันใน batch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4.1 · แปลงข้อมูลเป็นบทสนทนา แล้วสร้าง label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build_example(it):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system สั้น + ข้อความ + หัว assistant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ids_prompt = encode_prompt(SYSTEM, it["text"])[0].tolist()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คำตอบ + token จบ &lt;|eot_id|&gt;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 = tok(answer_of(it), add_special_tokens=False)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ids_answer = ans.input_ids + [EOT]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"input_ids": ids_prompt + ids_answer,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"attention_mask": [1] * (len(ids_prompt)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+ len(ids_answer)),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"labels": [-100] * len(ids_prompt)   # ไม่คิด loss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+ ids_answer}               # คิด loss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 = list(DATA[TASK]["train"])           # 120 ข้อ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random.Random(0).shuffle(items)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train_ex = [build_example(x) for x in items[:100]]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eval_ex  = [build_example(x) for x in items[100:]]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 = ทั้งก้อน (โมเดลเห็นทุก token) · label = ก้อนเดียวกัน แต่ส่วนที่ไม่ใช่คำตอบเป็น −100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−100 = "ไม่นับ loss ตรงนี้" → โมเดลเรียนวิธีตอบ ไม่ได้เรียนเดาว่าลูกค้าจะบ่นอะไร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นับ &lt;|eot_id|&gt; ด้วย → โมเดลเรียนว่าตอบเสร็จแล้วต้องหยุด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สั้นมาก ("คัดแยกคำร้องเรียนเป็นหมวด") ไม่ต้องบอกรายชื่อหมวด — โมเดลเรียนจากตัวอย่างเอง · ต้องใช้ตัวเดียวกันตอนใช้งาน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eval 20 ข้อ = ดู overfitting ระหว่างเทรน (คนละชุดกับ test)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 กับ label ของข้อมูลเทรน 1 ข้อ</a:t>
            </a:r>
            <a:endParaRPr lang="en-US" sz="2400" dirty="0"/>
          </a:p>
        </p:txBody>
      </p:sp>
      <p:pic>
        <p:nvPicPr>
          <p:cNvPr id="8" name="Image 0" descr="/home/claude/week3/slides/fig/L4_m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537" y="1298448"/>
            <a:ext cx="7246927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เทียบโมเดลภาพ: input = ภาพ, label = ชื่อคลาส — ที่นี่ input = บทสนทนาทั้งก้อน, label = token ของคำตอบ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ส่วนที่เป็น −100 ยังอยู่ใน input ให้ attention ดึงได้ แค่ไม่ถูกนับ loss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การตัดคำไทยเป็น token ในภาพเป็นตัวอย่าง ของจริงดูผล ③ ใน notebook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4.2 · ใส่ LoRA แล้วนับพารามิเตอร์ที่เทรนจริง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peft import LoraConfig, get_peft_model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get_peft_model(model, LoraConfig(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r=16, lora_alpha=16, lora_dropout=0.0,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target_modules=["q_proj", "k_proj",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"v_proj", "o_proj"],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task_type="CAUSAL_LM"))       # set_seed(0) ก่อนหน้านี้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model.parameters():          # ตาราง LoRA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p.requires_grad: p.data = p.data.float()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trainable = sum(p.numel() for n, p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model.named_parameters() if "lora_" in 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sum(p.numel() for p in model.parameters())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≈ 3.41 ล้าน จาก ≈ 1,239 ล้าน = 0.28%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คำนวณมือ: (Q + O) + (K + V) ต่อชั้น × 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H, kv, r = 2048, 512, 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print((2*(H*r + r*H) + 2*(H*r + r*kv)) * 16)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ให้นักศึกษาคำนวณก่อนรัน แล้วเทียบกับที่โค้ดพิมพ์ — ควรได้ ≈ 3.4 ล้าน (≈ 0.28%)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K, V เล็กกว่า Q, O เพราะกว้างแค่ 512 (GQA: 8 หัว × 64)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 LoRA เก็บเป็น fp32 ส่วนโมเดลหลักยัง fp16 → เทรนแบบ fp16 บน T4 ได้เสถียร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lora_alpha = ตัวคูณขนาดของการเปลี่ยนแปลง ใช้ค่าเท่า r เป็นค่าเริ่มต้นที่ปลอดภัย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ทบทวน: LoRA เทรนแค่ A และ B</a:t>
            </a:r>
            <a:endParaRPr lang="en-US" sz="2400" dirty="0"/>
          </a:p>
        </p:txBody>
      </p:sp>
      <p:pic>
        <p:nvPicPr>
          <p:cNvPr id="8" name="Image 0" descr="/home/claude/week3/slides/fig/11_l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8956" y="1298448"/>
            <a:ext cx="5466089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 ถูกแช่แข็ง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เทรนเฉพาะตารางผอม A, B ใน Q, K, V, O ทั้ง 16 ชั้น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ผลลัพธ์คือไฟล์ adapter ราว 14 MB แยกจากโมเดลหลัก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4.3 · เทรนด้วย Trainer ของ Hugging Face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 = TrainingArguments(output_dir="lab4_out",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num_train_epochs=3, per_device_train_batch_size=8,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learning_rate=2e-4, warmup_steps=5,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logging_steps=5, eval_strategy="steps",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eval_steps=5,                  # eval loss ทุก 5 step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save_strategy="no", fp16=True, # T4 ไม่มี bf16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label_names=["labels"], report_to="none", seed=0)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 = Trainer(model=model, args=args,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train_dataset=Dataset.from_list(train_ex),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eval_dataset=Dataset.from_list(eval_ex),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data_collator=DataCollatorForSeq2Seq(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tok, padding=True, label_pad_token_id=-100))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trainer.train()      # 39 step ≈ 1–3 นาทีบน T4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trainer.evaluate()   # วัด eval ครั้งสุดท้าย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จากนั้นวาดกราฟ train/eval loss จาก log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ไม่ต้องใช้ฟังก์ชันพิเศษเรื่อง mask — label ตั้ง −100 ไว้แล้วใน 4.1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DataCollatorForSeq2Seq เติม padding ให้ยาวเท่ากันใน batch และเติม label ด้วย −100 (ไม่คิด loss ที่ padding)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epoch × 100 ข้อ / batch 8 ≈ 39 step · eval ทุก 5 step → กราฟ eval มีจุดพอเห็นแนวโน้ม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learning_rate 2e-4 สูงกว่า fine-tune เต็ม (1e-5) เพราะ LoRA เทรนตารางเล็กที่เริ่มจากศูนย์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ระหว่างเทรนพิมพ์ train / eval loss ทุก 5 step บรรทัดละครั้ง แล้ววาดกราฟตอนจบ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ระหว่างเทรน ดูอะไร</a:t>
            </a:r>
            <a:endParaRPr lang="en-US" sz="2400" dirty="0"/>
          </a:p>
        </p:txBody>
      </p:sp>
      <p:pic>
        <p:nvPicPr>
          <p:cNvPr id="8" name="Image 0" descr="/home/claude/week3/slides/fig/17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78945"/>
            <a:ext cx="5486400" cy="242685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1298448"/>
            <a:ext cx="2514600" cy="1019556"/>
          </a:xfrm>
          <a:prstGeom prst="roundRect">
            <a:avLst>
              <a:gd name="adj" fmla="val 7175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0216" y="142646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371600"/>
            <a:ext cx="196596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 loss ควรลง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2482596"/>
            <a:ext cx="2514600" cy="1019556"/>
          </a:xfrm>
          <a:prstGeom prst="roundRect">
            <a:avLst>
              <a:gd name="adj" fmla="val 7175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0216" y="2610612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0" y="2555748"/>
            <a:ext cx="196596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eval loss ควรลงตาม — ถ้าเริ่มนิ่งหรือขึ้นขณะ train ยังลง = เริ่มท่องจำ (overfitting) → ลด epoch หรือเพิ่มข้อมูล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3666744"/>
            <a:ext cx="2514600" cy="1019556"/>
          </a:xfrm>
          <a:prstGeom prst="roundRect">
            <a:avLst>
              <a:gd name="adj" fmla="val 7175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0216" y="3794760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0" y="3739896"/>
            <a:ext cx="196596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ในแล็บนี้ eval มาจากแม่แบบเดียวกับ train จึงมักลงด้วยกันจนใกล้ 0 — ไม่ได้แปลว่าเก่งจริง ตัวตัดสินคือ test ใน 4.4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4.4 · เปิดชุด test ครั้งแรก เทียบ 3 แนวทาง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ask(system, user, adapter=True):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ctx = nullcontext() if adapter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else model.disable_adapter()   # ปิด LoRA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ctx: return generate(system, user)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ARMS = {"(1) เดิม + zero-shot":  (*L0,  False),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"(2) เดิม + prompt เต็ม": (*L3,  False),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"(3) fine-tune + สั้น":   (SYSTEM, lambda x: x, True)}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(system, fn, adapter) in ARMS.items():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it in DATA[TASK]["test"]:            # 20 ข้อ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out, n = ask(system, fn(it["text"]), adapter)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เก็บ: คะแนน · ถูกทั้งข้อ · ตอบตรงรูปแบบ · token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compare(arm2, arm3); compare(arm1, arm3)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(3) เทียบ (2): ต่าง +1 ข้อ ... p = 1.000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  → ยังสรุปไม่ได้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ชุด test 20 ข้อ ไม่เคยใช้ปรับ prompt จึงตัดสินได้ยุติธรรม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ทั้งสามแนวทางใช้โมเดลหลักตัวเดียวกันในหน่วยความจำ — (1)(2) แค่ปิด LoRA ชั่วคราว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(2) = prompt ที่ดีที่สุดจาก best_prompts.json (ไม่มีไฟล์ → ใช้ L3 ที่ฝังไว้)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(3) ต้องใช้ SYSTEM ตัวเดียวกับตอนเทรน ไม่งั้นไม่ยุติธรรมกับ fine-tune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สรุปตามค่า p: &lt; 0.05 = ต่างจริง · 0.05–0.20 = มีแนวโน้ม · มากกว่านั้น = ยังสรุปไม่ได้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อ่านผลอย่างไร (ตัวอย่างสมมติ)</a:t>
            </a:r>
            <a:endParaRPr lang="en-US" sz="2400" dirty="0"/>
          </a:p>
        </p:txBody>
      </p:sp>
      <p:pic>
        <p:nvPicPr>
          <p:cNvPr id="8" name="Image 0" descr="/home/claude/week3/slides/fig/F_three_arms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821" y="1298448"/>
            <a:ext cx="7758359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fine-tune ชนะ prompt เต็มแค่ 1 ข้อ p = 1.00 → ยังสรุปไม่ได้ว่าคะแนนดีกว่า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 prompt สั้นกว่าเกือบ 3 เท่า → ถ้าเรียกวันละหมื่นครั้ง ต้นทุนต่างกันมาก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คำตอบไม่จำเป็นต้องเป็น "fine-tune ดีกว่า" เสมอไป — prompt ชนะก็เป็นผลที่ถูกต้องได้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4.5 · ดูข้อที่ตอบผิด และบันทึก adapter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129784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800600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ดูข้อที่แนวทาง (3) ตอบไม่ถูกทั้งข้อ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 = [x for x in rows[arm3] if x["score"] &lt; 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wrong[:5]: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print(f"[{x['score']:.2f}] {x['text'][:50]}")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     ตอบ: {x['output'][:60]!r}")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บันทึกเฉพาะ LoRA adapter (≈ 14 MB)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model.save_pretrained("lora_adapter")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!du -sh lora_adapter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815584" y="1298448"/>
            <a:ext cx="2871216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ดูข้อที่ผิด: ผิดเพราะข้อมูลเทรนไม่มีเคสแบบนี้? หรือเพราะ label กำกวม? → บอกว่าควรเพิ่มข้อมูลแบบไหน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adapter = ไฟล์เล็ก สลับ "ทักษะ" ได้โดยไม่ต้องเก็บโมเดลใหม่ทั้งตัว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ถ้าจะแชร์ adapter: license ของ Llama 3.2 กำหนดให้ระบุ "Built with Llama"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ชิ้นงาน Lab 4: notebook + ตารางเทียบ 3 แนวทางบนชุด test + ข้อสรุปตามค่า p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 Lab 4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7863840" cy="1737360"/>
          </a:xfrm>
          <a:prstGeom prst="roundRect">
            <a:avLst>
              <a:gd name="adj" fmla="val 631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41732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LoRA rank 16 ใน q, k, v, o เทรนเพียง ≈ 0.3% ของโมเดล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แต่เปลี่ยนพฤติกรรมได้ — ถ้าข้อมูลอยู่ในรูปที่โมเดลเคยเห็น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3756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 = บทสนทนา (system + ข้อความ + คำตอบ) · label = −100 (ไม่คิด loss) ทุกตำแหน่งยกเว้นคำตอบ · ใช้ system prompt เดิมตอนใช้งาน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การเทียบที่ยุติธรรมต้องใช้ชุด test ที่ไม่เคยใช้ปรับ prompt และดูค่า p ก่อนสรุป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การบ้าน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การบ้าน: ทำวงจรเดียวกันนี้กับงานภาษาไทยที่คุณเลือกเอง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98448"/>
            <a:ext cx="8229600" cy="2519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โจทย์: พิสูจน์ด้วยตัวเลขว่างานของคุณควรใช้ prompt หรือ fine-tune</a:t>
            </a:r>
            <a:endParaRPr lang="en-US" sz="13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รายละเอียดทั้งหมดอยู่ในสไลด์ "การบ้านสัปดาห์ 3" (แยกไฟล์)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 3 ชุด: dev 20 · test 30 · train 150–300 ข้อ</a:t>
            </a:r>
            <a:endParaRPr lang="en-US" sz="13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dev/test เขียนเองหรือข้อมูลจริงที่ตรวจแล้ว · train ให้ ChatGPT/Claude ช่วยร่างได้แต่ต้องตรวจทุกข้อ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notebook ตั้งต้น HW_Starter_TH.ipynb — โค้ดชุดเดียวกับ Lab 3–4 แก้แค่ 3 เซลล์</a:t>
            </a:r>
            <a:endParaRPr lang="en-US" sz="13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ไฟล์ตัวอย่างข้อมูล my_task_example.json ใช้ดูรูปแบบ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ส่ง: notebook ที่รันครบ · my_task.json · hw_results.json · memo 1 หน้า · สไลด์ 4 หน้า</a:t>
            </a:r>
            <a:endParaRPr lang="en-US" sz="13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1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งานเดี่ยว · ส่งก่อนเริ่มคาบสัปดาห์หน้า · วันที่ 1 ส่งชื่องาน + ตัวอย่าง 5 ข้อ + เกณฑ์ให้คะแนน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9547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4238244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954780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prompt ชนะก็ได้คะแนนเต็ม ถ้าการทดลองยุติธรรมและเหตุผลอิงหลักฐาน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สรุปวัน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สิ่งที่ทำบ่ายนี้ ↔ ทฤษฎีช่วงเช้า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2609088" cy="3387852"/>
          </a:xfrm>
          <a:prstGeom prst="roundRect">
            <a:avLst>
              <a:gd name="adj" fmla="val 3505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444752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1426464"/>
            <a:ext cx="185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2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1901952"/>
            <a:ext cx="231648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 prompt 6 ขั้น · logits/softmax · attention (และ attention sink) · sampling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prompt ดีทำให้ token แรก "เกาะกลุ่ม"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67456" y="1298448"/>
            <a:ext cx="2609088" cy="3387852"/>
          </a:xfrm>
          <a:prstGeom prst="roundRect">
            <a:avLst>
              <a:gd name="adj" fmla="val 3505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3760" y="1444752"/>
            <a:ext cx="365760" cy="365760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1376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70960" y="1426464"/>
            <a:ext cx="185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3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413760" y="1901952"/>
            <a:ext cx="231648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 prompt 5 ข้อ · in-context learning · CoT กับโมเดลเล็ก · dev/test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วัดผลได้ ไม่ใช่ลองผิดลองถูก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77712" y="1298448"/>
            <a:ext cx="2609088" cy="3387852"/>
          </a:xfrm>
          <a:prstGeom prst="roundRect">
            <a:avLst>
              <a:gd name="adj" fmla="val 3505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24016" y="1444752"/>
            <a:ext cx="365760" cy="36576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2401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81216" y="1426464"/>
            <a:ext cx="185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 4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224016" y="1901952"/>
            <a:ext cx="231648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chat template · input กับ label (−100) · LoRA 0.3% · overfitting · ค่า 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fine-tune เปลี่ยน weight, prompt เปลี่ยน input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3 · ช่วงบ่าย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1391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613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สะพานสู่สัปดาห์ 4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สัปดาห์หน้า: RAG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7863840" cy="1737360"/>
          </a:xfrm>
          <a:prstGeom prst="roundRect">
            <a:avLst>
              <a:gd name="adj" fmla="val 631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141732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วันนี้เราใส่บริบทลงใน prompt ด้วยมือ และเห็นแล้วว่าทำไมมันได้ผล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(attention ดึงได้เฉพาะสิ่งใน context)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สัปดาห์หน้าจะให้ระบบไปค้นบริบทมาใส่เอง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3756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embedding model (แปลงทั้งข้อความเป็น vector — คนละตัวกับชั้น embedding ที่ผ่าวันนี้) · vector database · chunking · RAG bot จากเอกสารไทย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ดร.ธีรพงศ์ อรชร</dc:creator>
  <cp:lastModifiedBy>ดร.ธีรพงศ์ อรชร</cp:lastModifiedBy>
  <cp:revision>1</cp:revision>
  <dcterms:created xsi:type="dcterms:W3CDTF">2026-09-27T05:03:45Z</dcterms:created>
  <dcterms:modified xsi:type="dcterms:W3CDTF">2026-09-27T05:03:45Z</dcterms:modified>
</cp:coreProperties>
</file>